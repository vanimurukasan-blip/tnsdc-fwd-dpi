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7620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Digital Portfolio</a:t>
            </a:r>
            <a:r>
              <a:rPr lang="en-US" b="1" spc="50" dirty="0" smtClean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chemeClr val="accent1">
                    <a:tint val="3000"/>
                    <a:alpha val="95000"/>
                  </a:schemeClr>
                </a:solidFill>
                <a:effectLst>
                  <a:innerShdw blurRad="50900" dist="38500" dir="13500000">
                    <a:srgbClr val="000000">
                      <a:alpha val="60000"/>
                    </a:srgbClr>
                  </a:innerShdw>
                </a:effectLst>
              </a:rPr>
              <a:t/>
            </a:r>
            <a:br>
              <a:rPr lang="en-US" b="1" spc="50" dirty="0" smtClean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chemeClr val="accent1">
                    <a:tint val="3000"/>
                    <a:alpha val="95000"/>
                  </a:schemeClr>
                </a:solidFill>
                <a:effectLst>
                  <a:innerShdw blurRad="50900" dist="38500" dir="13500000">
                    <a:srgbClr val="000000">
                      <a:alpha val="60000"/>
                    </a:srgbClr>
                  </a:innerShdw>
                </a:effectLst>
              </a:rPr>
            </a:br>
            <a:r>
              <a:rPr lang="en-US" b="1" dirty="0" smtClean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idx="1"/>
          </p:nvPr>
        </p:nvSpPr>
        <p:spPr>
          <a:xfrm>
            <a:off x="0" y="2133600"/>
            <a:ext cx="9144000" cy="3992563"/>
          </a:xfrm>
        </p:spPr>
        <p:txBody>
          <a:bodyPr>
            <a:norm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l">
              <a:buNone/>
            </a:pPr>
            <a:r>
              <a:rPr lang="en-US" b="1" spc="50" dirty="0" smtClean="0">
                <a:ln w="11430"/>
                <a:solidFill>
                  <a:schemeClr val="accent3">
                    <a:lumMod val="5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lgerian" pitchFamily="82" charset="0"/>
                <a:cs typeface="Times New Roman" pitchFamily="18" charset="0"/>
              </a:rPr>
              <a:t>STUDENT </a:t>
            </a:r>
            <a:r>
              <a:rPr lang="en-US" b="1" spc="50" dirty="0" err="1" smtClean="0">
                <a:ln w="11430"/>
                <a:solidFill>
                  <a:schemeClr val="accent3">
                    <a:lumMod val="5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lgerian" pitchFamily="82" charset="0"/>
                <a:cs typeface="Times New Roman" pitchFamily="18" charset="0"/>
              </a:rPr>
              <a:t>NAME:Vani</a:t>
            </a:r>
            <a:r>
              <a:rPr lang="en-US" b="1" spc="50" dirty="0" smtClean="0">
                <a:ln w="11430"/>
                <a:solidFill>
                  <a:schemeClr val="accent3">
                    <a:lumMod val="5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lgerian" pitchFamily="82" charset="0"/>
                <a:cs typeface="Times New Roman" pitchFamily="18" charset="0"/>
              </a:rPr>
              <a:t> M</a:t>
            </a:r>
            <a:endParaRPr lang="en-US" b="1" spc="50" dirty="0" smtClean="0">
              <a:ln w="11430"/>
              <a:solidFill>
                <a:schemeClr val="accent3">
                  <a:lumMod val="50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Algerian" pitchFamily="82" charset="0"/>
              <a:cs typeface="Times New Roman" pitchFamily="18" charset="0"/>
            </a:endParaRPr>
          </a:p>
          <a:p>
            <a:pPr>
              <a:buNone/>
            </a:pPr>
            <a:r>
              <a:rPr lang="en-US" b="1" spc="50" dirty="0" smtClean="0">
                <a:ln w="11430"/>
                <a:solidFill>
                  <a:schemeClr val="accent3">
                    <a:lumMod val="5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lgerian" pitchFamily="82" charset="0"/>
                <a:cs typeface="Times New Roman" pitchFamily="18" charset="0"/>
              </a:rPr>
              <a:t>REGISTER NO AND NMID: </a:t>
            </a:r>
            <a:r>
              <a:rPr lang="en-US" b="1" spc="50" dirty="0" smtClean="0">
                <a:ln w="11430"/>
                <a:solidFill>
                  <a:schemeClr val="accent3">
                    <a:lumMod val="5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lgerian" pitchFamily="82" charset="0"/>
                <a:cs typeface="Times New Roman" pitchFamily="18" charset="0"/>
              </a:rPr>
              <a:t>222409782 </a:t>
            </a:r>
            <a:r>
              <a:rPr lang="en-US" b="1" spc="50" dirty="0" smtClean="0">
                <a:ln w="11430"/>
                <a:solidFill>
                  <a:schemeClr val="accent3">
                    <a:lumMod val="5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lgerian" pitchFamily="82" charset="0"/>
                <a:cs typeface="Times New Roman" pitchFamily="18" charset="0"/>
              </a:rPr>
              <a:t>&amp;      </a:t>
            </a:r>
            <a:r>
              <a:rPr lang="en-US" b="1" spc="50" dirty="0" smtClean="0">
                <a:ln w="11430"/>
                <a:solidFill>
                  <a:schemeClr val="accent3">
                    <a:lumMod val="5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lgerian" pitchFamily="82" charset="0"/>
                <a:cs typeface="Times New Roman" pitchFamily="18" charset="0"/>
              </a:rPr>
              <a:t>2A8018E7AE7BD7CA5D24F44A216B909D  </a:t>
            </a:r>
          </a:p>
          <a:p>
            <a:pPr algn="l">
              <a:buNone/>
            </a:pPr>
            <a:r>
              <a:rPr lang="en-US" b="1" spc="50" dirty="0" smtClean="0">
                <a:ln w="11430"/>
                <a:solidFill>
                  <a:schemeClr val="accent3">
                    <a:lumMod val="5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lgerian" pitchFamily="82" charset="0"/>
                <a:cs typeface="Times New Roman" pitchFamily="18" charset="0"/>
              </a:rPr>
              <a:t>DEPARTMENT: </a:t>
            </a:r>
            <a:r>
              <a:rPr lang="en-US" b="1" spc="50" dirty="0" err="1" smtClean="0">
                <a:ln w="11430"/>
                <a:solidFill>
                  <a:schemeClr val="accent3">
                    <a:lumMod val="5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lgerian" pitchFamily="82" charset="0"/>
                <a:cs typeface="Times New Roman" pitchFamily="18" charset="0"/>
              </a:rPr>
              <a:t>B.Sc</a:t>
            </a:r>
            <a:r>
              <a:rPr lang="en-US" b="1" spc="50" dirty="0" smtClean="0">
                <a:ln w="11430"/>
                <a:solidFill>
                  <a:schemeClr val="accent3">
                    <a:lumMod val="5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lgerian" pitchFamily="82" charset="0"/>
                <a:cs typeface="Times New Roman" pitchFamily="18" charset="0"/>
              </a:rPr>
              <a:t> COMPUTER SCIENCE</a:t>
            </a:r>
          </a:p>
          <a:p>
            <a:pPr algn="l">
              <a:buNone/>
            </a:pPr>
            <a:r>
              <a:rPr lang="en-US" b="1" spc="50" dirty="0" smtClean="0">
                <a:ln w="11430"/>
                <a:solidFill>
                  <a:schemeClr val="accent3">
                    <a:lumMod val="5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lgerian" pitchFamily="82" charset="0"/>
                <a:cs typeface="Times New Roman" pitchFamily="18" charset="0"/>
              </a:rPr>
              <a:t>COLLEGE: C M </a:t>
            </a:r>
            <a:r>
              <a:rPr lang="en-US" b="1" spc="50" dirty="0" err="1" smtClean="0">
                <a:ln w="11430"/>
                <a:solidFill>
                  <a:schemeClr val="accent3">
                    <a:lumMod val="5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lgerian" pitchFamily="82" charset="0"/>
                <a:cs typeface="Times New Roman" pitchFamily="18" charset="0"/>
              </a:rPr>
              <a:t>Annamalai</a:t>
            </a:r>
            <a:r>
              <a:rPr lang="en-US" b="1" spc="50" dirty="0" smtClean="0">
                <a:ln w="11430"/>
                <a:solidFill>
                  <a:schemeClr val="accent3">
                    <a:lumMod val="5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lgerian" pitchFamily="82" charset="0"/>
                <a:cs typeface="Times New Roman" pitchFamily="18" charset="0"/>
              </a:rPr>
              <a:t> Arts &amp; Science           College For Women</a:t>
            </a:r>
          </a:p>
          <a:p>
            <a:pPr algn="l"/>
            <a:endParaRPr lang="en-US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Algerian" pitchFamily="8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5" dirty="0" smtClean="0">
                <a:solidFill>
                  <a:schemeClr val="accent3">
                    <a:lumMod val="75000"/>
                  </a:schemeClr>
                </a:solidFill>
                <a:latin typeface="Algerian" pitchFamily="82" charset="0"/>
              </a:rPr>
              <a:t>PROJECT</a:t>
            </a:r>
            <a:r>
              <a:rPr lang="en-US" spc="-85" dirty="0" smtClean="0">
                <a:solidFill>
                  <a:schemeClr val="accent3">
                    <a:lumMod val="75000"/>
                  </a:schemeClr>
                </a:solidFill>
                <a:latin typeface="Algerian" pitchFamily="82" charset="0"/>
              </a:rPr>
              <a:t> </a:t>
            </a:r>
            <a:r>
              <a:rPr lang="en-US" spc="25" dirty="0" smtClean="0">
                <a:solidFill>
                  <a:schemeClr val="accent3">
                    <a:lumMod val="75000"/>
                  </a:schemeClr>
                </a:solidFill>
                <a:latin typeface="Algerian" pitchFamily="82" charset="0"/>
              </a:rPr>
              <a:t>TITLE</a:t>
            </a:r>
            <a:endParaRPr lang="en-US" dirty="0">
              <a:solidFill>
                <a:schemeClr val="accent3">
                  <a:lumMod val="75000"/>
                </a:schemeClr>
              </a:solidFill>
              <a:latin typeface="Algerian" pitchFamily="82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62000" y="1828800"/>
            <a:ext cx="7924800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>
              <a:buNone/>
            </a:pPr>
            <a:r>
              <a:rPr lang="en-US" sz="5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Create portfolio using framework</a:t>
            </a:r>
            <a:endParaRPr lang="en-US" sz="5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lang="en-US" dirty="0" smtClean="0">
              <a:solidFill>
                <a:srgbClr val="0D0D0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dirty="0" smtClean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>
              <a:buFont typeface="+mj-lt"/>
              <a:buAutoNum type="arabicPeriod"/>
            </a:pPr>
            <a:r>
              <a:rPr lang="en-US" dirty="0" smtClean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  <a:p>
            <a:pPr>
              <a:buFont typeface="+mj-lt"/>
              <a:buAutoNum type="arabicPeriod"/>
            </a:pPr>
            <a:r>
              <a:rPr lang="en-US" dirty="0" smtClean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Users</a:t>
            </a:r>
          </a:p>
          <a:p>
            <a:pPr>
              <a:buFont typeface="+mj-lt"/>
              <a:buAutoNum type="arabicPeriod"/>
            </a:pPr>
            <a:r>
              <a:rPr lang="en-US" dirty="0" smtClean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</a:p>
          <a:p>
            <a:pPr>
              <a:buFont typeface="+mj-lt"/>
              <a:buAutoNum type="arabicPeriod"/>
            </a:pPr>
            <a:r>
              <a:rPr lang="en-US" dirty="0" smtClean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Portfolio design and Layout</a:t>
            </a:r>
          </a:p>
          <a:p>
            <a:pPr>
              <a:buFont typeface="+mj-lt"/>
              <a:buAutoNum type="arabicPeriod"/>
            </a:pPr>
            <a:r>
              <a:rPr lang="en-US" dirty="0" smtClean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 and Functionality</a:t>
            </a:r>
          </a:p>
          <a:p>
            <a:pPr>
              <a:buFont typeface="+mj-lt"/>
              <a:buAutoNum type="arabicPeriod"/>
            </a:pPr>
            <a:r>
              <a:rPr lang="en-US" dirty="0" smtClean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and Screenshots</a:t>
            </a:r>
          </a:p>
          <a:p>
            <a:pPr>
              <a:buFont typeface="+mj-lt"/>
              <a:buAutoNum type="arabicPeriod"/>
            </a:pPr>
            <a:r>
              <a:rPr lang="en-US" dirty="0" smtClean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buFont typeface="+mj-lt"/>
              <a:buAutoNum type="arabicPeriod"/>
            </a:pPr>
            <a:r>
              <a:rPr lang="en-US" dirty="0" err="1" smtClean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dirty="0" smtClean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Link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04800" y="457200"/>
            <a:ext cx="267188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cap="all" spc="0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AGENDA</a:t>
            </a:r>
            <a:endParaRPr lang="en-US" sz="5400" b="1" cap="all" spc="0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 	My resumes alone are not enough to showcase skills and projects effectively. Many students and professionals lack of a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structed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online presence to highlight their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work.A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Digital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fortfolio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provides an interactive and accessible to present achievements, skills, and experiences.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57200" y="457200"/>
            <a:ext cx="642977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PROBLEM	STATEMENT</a:t>
            </a:r>
            <a:endParaRPr lang="en-U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5052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Brief summary of your project.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What your portfolio contains(About </a:t>
            </a:r>
            <a:r>
              <a:rPr lang="en-US" dirty="0" err="1" smtClean="0"/>
              <a:t>Me,Skills,Contact</a:t>
            </a:r>
            <a:r>
              <a:rPr lang="en-US" dirty="0" smtClean="0"/>
              <a:t>).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Main </a:t>
            </a:r>
            <a:r>
              <a:rPr lang="en-US" dirty="0" err="1" smtClean="0"/>
              <a:t>idea:Showcase</a:t>
            </a:r>
            <a:r>
              <a:rPr lang="en-US" dirty="0" smtClean="0"/>
              <a:t> </a:t>
            </a:r>
            <a:r>
              <a:rPr lang="en-US" dirty="0" err="1" smtClean="0"/>
              <a:t>pesonal</a:t>
            </a:r>
            <a:r>
              <a:rPr lang="en-US" dirty="0" smtClean="0"/>
              <a:t> achievements, skills, and projects.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09600" y="228600"/>
            <a:ext cx="581236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/>
            <a:r>
              <a:rPr lang="en-US" sz="5400" b="1" cap="all" spc="0" dirty="0" smtClean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PROJECT	OVERVIEW</a:t>
            </a:r>
            <a:endParaRPr lang="en-US" sz="5400" b="1" cap="all" spc="0" dirty="0">
              <a:ln/>
              <a:solidFill>
                <a:schemeClr val="accent1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/>
          <a:lstStyle/>
          <a:p>
            <a:pPr>
              <a:buNone/>
            </a:pPr>
            <a:r>
              <a:rPr lang="en-US" spc="25" dirty="0" smtClean="0">
                <a:solidFill>
                  <a:schemeClr val="accent2">
                    <a:lumMod val="50000"/>
                  </a:schemeClr>
                </a:solidFill>
                <a:latin typeface="Algerian" pitchFamily="82" charset="0"/>
              </a:rPr>
              <a:t>W</a:t>
            </a:r>
            <a:r>
              <a:rPr lang="en-US" spc="-20" dirty="0" smtClean="0">
                <a:solidFill>
                  <a:schemeClr val="accent2">
                    <a:lumMod val="50000"/>
                  </a:schemeClr>
                </a:solidFill>
                <a:latin typeface="Algerian" pitchFamily="82" charset="0"/>
              </a:rPr>
              <a:t>H</a:t>
            </a:r>
            <a:r>
              <a:rPr lang="en-US" spc="20" dirty="0" smtClean="0">
                <a:solidFill>
                  <a:schemeClr val="accent2">
                    <a:lumMod val="50000"/>
                  </a:schemeClr>
                </a:solidFill>
                <a:latin typeface="Algerian" pitchFamily="82" charset="0"/>
              </a:rPr>
              <a:t>O</a:t>
            </a:r>
            <a:r>
              <a:rPr lang="en-US" spc="-235" dirty="0" smtClean="0">
                <a:solidFill>
                  <a:schemeClr val="accent2">
                    <a:lumMod val="50000"/>
                  </a:schemeClr>
                </a:solidFill>
                <a:latin typeface="Algerian" pitchFamily="82" charset="0"/>
              </a:rPr>
              <a:t> </a:t>
            </a:r>
            <a:r>
              <a:rPr lang="en-US" spc="-10" dirty="0" smtClean="0">
                <a:solidFill>
                  <a:schemeClr val="accent2">
                    <a:lumMod val="50000"/>
                  </a:schemeClr>
                </a:solidFill>
                <a:latin typeface="Algerian" pitchFamily="82" charset="0"/>
              </a:rPr>
              <a:t>AR</a:t>
            </a:r>
            <a:r>
              <a:rPr lang="en-US" spc="15" dirty="0" smtClean="0">
                <a:solidFill>
                  <a:schemeClr val="accent2">
                    <a:lumMod val="50000"/>
                  </a:schemeClr>
                </a:solidFill>
                <a:latin typeface="Algerian" pitchFamily="82" charset="0"/>
              </a:rPr>
              <a:t>E</a:t>
            </a:r>
            <a:r>
              <a:rPr lang="en-US" spc="-35" dirty="0" smtClean="0">
                <a:solidFill>
                  <a:schemeClr val="accent2">
                    <a:lumMod val="50000"/>
                  </a:schemeClr>
                </a:solidFill>
                <a:latin typeface="Algerian" pitchFamily="82" charset="0"/>
              </a:rPr>
              <a:t> </a:t>
            </a:r>
            <a:r>
              <a:rPr lang="en-US" spc="-10" dirty="0" smtClean="0">
                <a:solidFill>
                  <a:schemeClr val="accent2">
                    <a:lumMod val="50000"/>
                  </a:schemeClr>
                </a:solidFill>
                <a:latin typeface="Algerian" pitchFamily="82" charset="0"/>
              </a:rPr>
              <a:t>T</a:t>
            </a:r>
            <a:r>
              <a:rPr lang="en-US" spc="-15" dirty="0" smtClean="0">
                <a:solidFill>
                  <a:schemeClr val="accent2">
                    <a:lumMod val="50000"/>
                  </a:schemeClr>
                </a:solidFill>
                <a:latin typeface="Algerian" pitchFamily="82" charset="0"/>
              </a:rPr>
              <a:t>H</a:t>
            </a:r>
            <a:r>
              <a:rPr lang="en-US" spc="15" dirty="0" smtClean="0">
                <a:solidFill>
                  <a:schemeClr val="accent2">
                    <a:lumMod val="50000"/>
                  </a:schemeClr>
                </a:solidFill>
                <a:latin typeface="Algerian" pitchFamily="82" charset="0"/>
              </a:rPr>
              <a:t>E</a:t>
            </a:r>
            <a:r>
              <a:rPr lang="en-US" spc="-35" dirty="0" smtClean="0">
                <a:solidFill>
                  <a:schemeClr val="accent2">
                    <a:lumMod val="50000"/>
                  </a:schemeClr>
                </a:solidFill>
                <a:latin typeface="Algerian" pitchFamily="82" charset="0"/>
              </a:rPr>
              <a:t> </a:t>
            </a:r>
            <a:r>
              <a:rPr lang="en-US" spc="-20" dirty="0" smtClean="0">
                <a:solidFill>
                  <a:schemeClr val="accent2">
                    <a:lumMod val="50000"/>
                  </a:schemeClr>
                </a:solidFill>
                <a:latin typeface="Algerian" pitchFamily="82" charset="0"/>
              </a:rPr>
              <a:t>E</a:t>
            </a:r>
            <a:r>
              <a:rPr lang="en-US" spc="30" dirty="0" smtClean="0">
                <a:solidFill>
                  <a:schemeClr val="accent2">
                    <a:lumMod val="50000"/>
                  </a:schemeClr>
                </a:solidFill>
                <a:latin typeface="Algerian" pitchFamily="82" charset="0"/>
              </a:rPr>
              <a:t>N</a:t>
            </a:r>
            <a:r>
              <a:rPr lang="en-US" spc="15" dirty="0" smtClean="0">
                <a:solidFill>
                  <a:schemeClr val="accent2">
                    <a:lumMod val="50000"/>
                  </a:schemeClr>
                </a:solidFill>
                <a:latin typeface="Algerian" pitchFamily="82" charset="0"/>
              </a:rPr>
              <a:t>D</a:t>
            </a:r>
            <a:r>
              <a:rPr lang="en-US" spc="-45" dirty="0" smtClean="0">
                <a:solidFill>
                  <a:schemeClr val="accent2">
                    <a:lumMod val="50000"/>
                  </a:schemeClr>
                </a:solidFill>
                <a:latin typeface="Algerian" pitchFamily="82" charset="0"/>
              </a:rPr>
              <a:t> </a:t>
            </a:r>
            <a:r>
              <a:rPr lang="en-US" dirty="0" smtClean="0">
                <a:solidFill>
                  <a:schemeClr val="accent2">
                    <a:lumMod val="50000"/>
                  </a:schemeClr>
                </a:solidFill>
                <a:latin typeface="Algerian" pitchFamily="82" charset="0"/>
              </a:rPr>
              <a:t>U</a:t>
            </a:r>
            <a:r>
              <a:rPr lang="en-US" spc="10" dirty="0" smtClean="0">
                <a:solidFill>
                  <a:schemeClr val="accent2">
                    <a:lumMod val="50000"/>
                  </a:schemeClr>
                </a:solidFill>
                <a:latin typeface="Algerian" pitchFamily="82" charset="0"/>
              </a:rPr>
              <a:t>S</a:t>
            </a:r>
            <a:r>
              <a:rPr lang="en-US" spc="-25" dirty="0" smtClean="0">
                <a:solidFill>
                  <a:schemeClr val="accent2">
                    <a:lumMod val="50000"/>
                  </a:schemeClr>
                </a:solidFill>
                <a:latin typeface="Algerian" pitchFamily="82" charset="0"/>
              </a:rPr>
              <a:t>E</a:t>
            </a:r>
            <a:r>
              <a:rPr lang="en-US" spc="-10" dirty="0" smtClean="0">
                <a:solidFill>
                  <a:schemeClr val="accent2">
                    <a:lumMod val="50000"/>
                  </a:schemeClr>
                </a:solidFill>
                <a:latin typeface="Algerian" pitchFamily="82" charset="0"/>
              </a:rPr>
              <a:t>R</a:t>
            </a:r>
            <a:r>
              <a:rPr lang="en-US" spc="5" dirty="0" smtClean="0">
                <a:solidFill>
                  <a:schemeClr val="accent2">
                    <a:lumMod val="50000"/>
                  </a:schemeClr>
                </a:solidFill>
                <a:latin typeface="Algerian" pitchFamily="82" charset="0"/>
              </a:rPr>
              <a:t>S?</a:t>
            </a:r>
          </a:p>
          <a:p>
            <a:pPr>
              <a:buNone/>
            </a:pPr>
            <a:endParaRPr lang="en-US" spc="5" dirty="0" smtClean="0">
              <a:solidFill>
                <a:schemeClr val="accent2">
                  <a:lumMod val="50000"/>
                </a:schemeClr>
              </a:solidFill>
              <a:latin typeface="Algerian" pitchFamily="82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Students (academic projects, resumes).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Job seekers( to share with recruiters).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Freelancers(to show clients).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Professionals(to highlight experience and </a:t>
            </a:r>
            <a:r>
              <a:rPr lang="en-US" dirty="0" err="1" smtClean="0"/>
              <a:t>achevements</a:t>
            </a:r>
            <a:r>
              <a:rPr lang="en-US" dirty="0" smtClean="0"/>
              <a:t>).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pc="10" dirty="0" smtClean="0">
                <a:solidFill>
                  <a:srgbClr val="0070C0"/>
                </a:solidFill>
                <a:latin typeface="Algerian" pitchFamily="82" charset="0"/>
              </a:rPr>
              <a:t>TOOLS AND TECHNIQUES</a:t>
            </a:r>
            <a:endParaRPr lang="en-US" dirty="0">
              <a:solidFill>
                <a:srgbClr val="0070C0"/>
              </a:solidFill>
              <a:latin typeface="Algerian" pitchFamily="82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HTML-Structure(pages, sections).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CSS-Styling(colors, layouts, responsiveness).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JAVASCRIPT-Interactivity(navigation menu, animations, form validation).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Mention code editor CODEPEN and hosting platform(</a:t>
            </a:r>
            <a:r>
              <a:rPr lang="en-US" dirty="0" err="1" smtClean="0"/>
              <a:t>GitHub</a:t>
            </a:r>
            <a:r>
              <a:rPr lang="en-US" dirty="0" smtClean="0"/>
              <a:t>  Pages).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spc="15" dirty="0" smtClean="0">
                <a:solidFill>
                  <a:schemeClr val="accent3">
                    <a:lumMod val="75000"/>
                  </a:schemeClr>
                </a:solidFill>
                <a:latin typeface="Algerian" pitchFamily="82" charset="0"/>
                <a:cs typeface="Trebuchet MS"/>
              </a:rPr>
              <a:t>POTFOLIO DESIGN AND LAYOUT</a:t>
            </a:r>
            <a:r>
              <a:rPr lang="en-IN" dirty="0" smtClean="0">
                <a:latin typeface="Trebuchet MS"/>
                <a:cs typeface="Trebuchet MS"/>
              </a:rPr>
              <a:t/>
            </a:r>
            <a:br>
              <a:rPr lang="en-IN" dirty="0" smtClean="0">
                <a:latin typeface="Trebuchet MS"/>
                <a:cs typeface="Trebuchet MS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dirty="0" smtClean="0"/>
              <a:t>Sections include: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/>
              <a:t>Home/About ME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/>
              <a:t>Projects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/>
              <a:t>Skills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/>
              <a:t>Contact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/>
              <a:t>Responsive layout (mobile + desktop view).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>
                <a:solidFill>
                  <a:schemeClr val="accent4">
                    <a:lumMod val="75000"/>
                  </a:schemeClr>
                </a:solidFill>
                <a:latin typeface="Algerian" pitchFamily="82" charset="0"/>
              </a:rPr>
              <a:t>FEATURES AND FUNCTIONALITY</a:t>
            </a:r>
            <a:endParaRPr lang="en-US" dirty="0">
              <a:solidFill>
                <a:schemeClr val="accent4">
                  <a:lumMod val="75000"/>
                </a:schemeClr>
              </a:solidFill>
              <a:latin typeface="Algerian" pitchFamily="82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Navigation bar with smooth scrolling.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Project showcase with images/details.</a:t>
            </a:r>
          </a:p>
          <a:p>
            <a:pPr>
              <a:buFont typeface="Wingdings" pitchFamily="2" charset="2"/>
              <a:buChar char="Ø"/>
            </a:pPr>
            <a:r>
              <a:rPr lang="en-US" dirty="0" err="1" smtClean="0"/>
              <a:t>Intractive</a:t>
            </a:r>
            <a:r>
              <a:rPr lang="en-US" dirty="0" smtClean="0"/>
              <a:t> elements (hover effects, animations).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Contact from (with validation).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Responsive design for all devices.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pc="15" dirty="0" smtClean="0">
                <a:solidFill>
                  <a:schemeClr val="accent3">
                    <a:lumMod val="75000"/>
                  </a:schemeClr>
                </a:solidFill>
                <a:latin typeface="Algerian" pitchFamily="82" charset="0"/>
              </a:rPr>
              <a:t>RESULTS AND SCREENSHOTS</a:t>
            </a:r>
            <a:endParaRPr lang="en-US" dirty="0">
              <a:solidFill>
                <a:schemeClr val="accent3">
                  <a:lumMod val="75000"/>
                </a:schemeClr>
              </a:solidFill>
              <a:latin typeface="Algerian" pitchFamily="82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1600200"/>
            <a:ext cx="7372350" cy="4144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solidFill>
                  <a:schemeClr val="accent6">
                    <a:lumMod val="75000"/>
                  </a:schemeClr>
                </a:solidFill>
                <a:latin typeface="Algerian" pitchFamily="82" charset="0"/>
              </a:rPr>
              <a:t>CONCLUSION</a:t>
            </a:r>
            <a:endParaRPr lang="en-US" dirty="0">
              <a:solidFill>
                <a:schemeClr val="accent6">
                  <a:lumMod val="75000"/>
                </a:schemeClr>
              </a:solidFill>
              <a:latin typeface="Algerian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Highlights of your project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Final Summary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Benefits to society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210</Words>
  <Application>Microsoft Office PowerPoint</Application>
  <PresentationFormat>On-screen Show (4:3)</PresentationFormat>
  <Paragraphs>53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Digital Portfolio  </vt:lpstr>
      <vt:lpstr>PROJECT TITLE</vt:lpstr>
      <vt:lpstr>Slide 3</vt:lpstr>
      <vt:lpstr>Slide 4</vt:lpstr>
      <vt:lpstr>Slide 5</vt:lpstr>
      <vt:lpstr>Slide 6</vt:lpstr>
      <vt:lpstr>TOOLS AND TECHNIQUES</vt:lpstr>
      <vt:lpstr>POTFOLIO DESIGN AND LAYOUT </vt:lpstr>
      <vt:lpstr>FEATURES AND FUNCTIONALITY</vt:lpstr>
      <vt:lpstr>RESULTS AND SCREENSHOTS</vt:lpstr>
      <vt:lpstr>CONCLUSION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Portfolio</dc:title>
  <dc:creator>Admin</dc:creator>
  <cp:lastModifiedBy>Admin</cp:lastModifiedBy>
  <cp:revision>15</cp:revision>
  <dcterms:created xsi:type="dcterms:W3CDTF">2006-08-16T00:00:00Z</dcterms:created>
  <dcterms:modified xsi:type="dcterms:W3CDTF">2025-09-09T08:56:42Z</dcterms:modified>
</cp:coreProperties>
</file>